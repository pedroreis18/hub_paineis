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493" r:id="rId5"/>
    <p:sldId id="490" r:id="rId6"/>
    <p:sldId id="492" r:id="rId7"/>
    <p:sldId id="494" r:id="rId8"/>
    <p:sldId id="495" r:id="rId9"/>
    <p:sldId id="496" r:id="rId10"/>
    <p:sldId id="502" r:id="rId11"/>
    <p:sldId id="500" r:id="rId12"/>
    <p:sldId id="504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0234"/>
    <a:srgbClr val="FF9101"/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073B76-FD86-4574-97EB-6E8E25F6F7EA}" v="1" dt="2025-02-06T17:30:36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Reis" userId="5c13e5a3-08fb-45f4-882a-0bf740d0acbd" providerId="ADAL" clId="{DC073B76-FD86-4574-97EB-6E8E25F6F7EA}"/>
    <pc:docChg chg="undo custSel addSld delSld modSld">
      <pc:chgData name="Pedro Reis" userId="5c13e5a3-08fb-45f4-882a-0bf740d0acbd" providerId="ADAL" clId="{DC073B76-FD86-4574-97EB-6E8E25F6F7EA}" dt="2025-02-06T17:30:36.639" v="7" actId="729"/>
      <pc:docMkLst>
        <pc:docMk/>
      </pc:docMkLst>
      <pc:sldChg chg="add del mod modShow">
        <pc:chgData name="Pedro Reis" userId="5c13e5a3-08fb-45f4-882a-0bf740d0acbd" providerId="ADAL" clId="{DC073B76-FD86-4574-97EB-6E8E25F6F7EA}" dt="2025-01-29T16:57:23.342" v="6" actId="729"/>
        <pc:sldMkLst>
          <pc:docMk/>
          <pc:sldMk cId="3640245514" sldId="492"/>
        </pc:sldMkLst>
      </pc:sldChg>
      <pc:sldChg chg="mod modShow">
        <pc:chgData name="Pedro Reis" userId="5c13e5a3-08fb-45f4-882a-0bf740d0acbd" providerId="ADAL" clId="{DC073B76-FD86-4574-97EB-6E8E25F6F7EA}" dt="2025-01-29T16:57:23.342" v="6" actId="729"/>
        <pc:sldMkLst>
          <pc:docMk/>
          <pc:sldMk cId="530709952" sldId="494"/>
        </pc:sldMkLst>
      </pc:sldChg>
      <pc:sldChg chg="mod modShow">
        <pc:chgData name="Pedro Reis" userId="5c13e5a3-08fb-45f4-882a-0bf740d0acbd" providerId="ADAL" clId="{DC073B76-FD86-4574-97EB-6E8E25F6F7EA}" dt="2025-02-06T17:30:36.639" v="7" actId="729"/>
        <pc:sldMkLst>
          <pc:docMk/>
          <pc:sldMk cId="889321145" sldId="500"/>
        </pc:sldMkLst>
      </pc:sldChg>
    </pc:docChg>
  </pc:docChgLst>
  <pc:docChgLst>
    <pc:chgData name="Danillo Antunes" userId="5eb4131b-25d7-414c-a899-ee241cfd3d3f" providerId="ADAL" clId="{C943357F-F8BC-452A-96BC-1A52DB4FC15A}"/>
    <pc:docChg chg="modSld">
      <pc:chgData name="Danillo Antunes" userId="5eb4131b-25d7-414c-a899-ee241cfd3d3f" providerId="ADAL" clId="{C943357F-F8BC-452A-96BC-1A52DB4FC15A}" dt="2025-02-06T16:39:17.193" v="1" actId="729"/>
      <pc:docMkLst>
        <pc:docMk/>
      </pc:docMkLst>
      <pc:sldChg chg="mod modShow">
        <pc:chgData name="Danillo Antunes" userId="5eb4131b-25d7-414c-a899-ee241cfd3d3f" providerId="ADAL" clId="{C943357F-F8BC-452A-96BC-1A52DB4FC15A}" dt="2025-02-06T16:39:11.812" v="0" actId="729"/>
        <pc:sldMkLst>
          <pc:docMk/>
          <pc:sldMk cId="3640245514" sldId="492"/>
        </pc:sldMkLst>
      </pc:sldChg>
      <pc:sldChg chg="mod modShow">
        <pc:chgData name="Danillo Antunes" userId="5eb4131b-25d7-414c-a899-ee241cfd3d3f" providerId="ADAL" clId="{C943357F-F8BC-452A-96BC-1A52DB4FC15A}" dt="2025-02-06T16:39:17.193" v="1" actId="729"/>
        <pc:sldMkLst>
          <pc:docMk/>
          <pc:sldMk cId="530709952" sldId="494"/>
        </pc:sldMkLst>
      </pc:sldChg>
    </pc:docChg>
  </pc:docChgLst>
  <pc:docChgLst>
    <pc:chgData name="Pedro Reis" userId="5c13e5a3-08fb-45f4-882a-0bf740d0acbd" providerId="ADAL" clId="{6DB14D4E-C5A9-4425-9AA6-F1048D414D67}"/>
    <pc:docChg chg="undo custSel addSld delSld modSld">
      <pc:chgData name="Pedro Reis" userId="5c13e5a3-08fb-45f4-882a-0bf740d0acbd" providerId="ADAL" clId="{6DB14D4E-C5A9-4425-9AA6-F1048D414D67}" dt="2024-11-28T19:28:03.663" v="1316" actId="47"/>
      <pc:docMkLst>
        <pc:docMk/>
      </pc:docMkLst>
      <pc:sldChg chg="new del">
        <pc:chgData name="Pedro Reis" userId="5c13e5a3-08fb-45f4-882a-0bf740d0acbd" providerId="ADAL" clId="{6DB14D4E-C5A9-4425-9AA6-F1048D414D67}" dt="2024-11-27T21:08:34.819" v="2" actId="47"/>
        <pc:sldMkLst>
          <pc:docMk/>
          <pc:sldMk cId="443074570" sldId="256"/>
        </pc:sldMkLst>
      </pc:sldChg>
      <pc:sldChg chg="addSp delSp modSp add mod modTransition addAnim delAnim modAnim">
        <pc:chgData name="Pedro Reis" userId="5c13e5a3-08fb-45f4-882a-0bf740d0acbd" providerId="ADAL" clId="{6DB14D4E-C5A9-4425-9AA6-F1048D414D67}" dt="2024-11-28T15:24:24.571" v="327"/>
        <pc:sldMkLst>
          <pc:docMk/>
          <pc:sldMk cId="146104866" sldId="490"/>
        </pc:sldMkLst>
        <pc:spChg chg="mod">
          <ac:chgData name="Pedro Reis" userId="5c13e5a3-08fb-45f4-882a-0bf740d0acbd" providerId="ADAL" clId="{6DB14D4E-C5A9-4425-9AA6-F1048D414D67}" dt="2024-11-27T21:19:32.148" v="158" actId="1076"/>
          <ac:spMkLst>
            <pc:docMk/>
            <pc:sldMk cId="146104866" sldId="490"/>
            <ac:spMk id="2" creationId="{3EDC4B0C-22D3-443C-8F3F-6E91477C34CA}"/>
          </ac:spMkLst>
        </pc:spChg>
        <pc:spChg chg="add mod">
          <ac:chgData name="Pedro Reis" userId="5c13e5a3-08fb-45f4-882a-0bf740d0acbd" providerId="ADAL" clId="{6DB14D4E-C5A9-4425-9AA6-F1048D414D67}" dt="2024-11-27T21:19:42.335" v="191" actId="1035"/>
          <ac:spMkLst>
            <pc:docMk/>
            <pc:sldMk cId="146104866" sldId="490"/>
            <ac:spMk id="3" creationId="{BE93829B-ECE1-895C-CBB9-71D2DD8ACF00}"/>
          </ac:spMkLst>
        </pc:spChg>
        <pc:spChg chg="mod">
          <ac:chgData name="Pedro Reis" userId="5c13e5a3-08fb-45f4-882a-0bf740d0acbd" providerId="ADAL" clId="{6DB14D4E-C5A9-4425-9AA6-F1048D414D67}" dt="2024-11-27T21:19:42.335" v="191" actId="1035"/>
          <ac:spMkLst>
            <pc:docMk/>
            <pc:sldMk cId="146104866" sldId="490"/>
            <ac:spMk id="7" creationId="{C3593FAE-E7E5-D0D1-5FEC-E7B2C477F7D0}"/>
          </ac:spMkLst>
        </pc:spChg>
      </pc:sldChg>
      <pc:sldChg chg="add del">
        <pc:chgData name="Pedro Reis" userId="5c13e5a3-08fb-45f4-882a-0bf740d0acbd" providerId="ADAL" clId="{6DB14D4E-C5A9-4425-9AA6-F1048D414D67}" dt="2024-11-27T21:18:25.816" v="154" actId="47"/>
        <pc:sldMkLst>
          <pc:docMk/>
          <pc:sldMk cId="2633896208" sldId="491"/>
        </pc:sldMkLst>
      </pc:sldChg>
      <pc:sldChg chg="addSp delSp modSp add mod modTransition modAnim">
        <pc:chgData name="Pedro Reis" userId="5c13e5a3-08fb-45f4-882a-0bf740d0acbd" providerId="ADAL" clId="{6DB14D4E-C5A9-4425-9AA6-F1048D414D67}" dt="2024-11-27T21:54:16.647" v="251" actId="478"/>
        <pc:sldMkLst>
          <pc:docMk/>
          <pc:sldMk cId="3640245514" sldId="492"/>
        </pc:sldMkLst>
        <pc:spChg chg="add mod">
          <ac:chgData name="Pedro Reis" userId="5c13e5a3-08fb-45f4-882a-0bf740d0acbd" providerId="ADAL" clId="{6DB14D4E-C5A9-4425-9AA6-F1048D414D67}" dt="2024-11-27T21:19:49.162" v="194"/>
          <ac:spMkLst>
            <pc:docMk/>
            <pc:sldMk cId="3640245514" sldId="492"/>
            <ac:spMk id="4" creationId="{64BA5599-A27D-CD0E-E125-6CCDD0F113F0}"/>
          </ac:spMkLst>
        </pc:spChg>
        <pc:spChg chg="add mod">
          <ac:chgData name="Pedro Reis" userId="5c13e5a3-08fb-45f4-882a-0bf740d0acbd" providerId="ADAL" clId="{6DB14D4E-C5A9-4425-9AA6-F1048D414D67}" dt="2024-11-27T21:19:49.162" v="194"/>
          <ac:spMkLst>
            <pc:docMk/>
            <pc:sldMk cId="3640245514" sldId="492"/>
            <ac:spMk id="5" creationId="{574BA0DE-15D5-BC51-4A9D-E25BF2218B7D}"/>
          </ac:spMkLst>
        </pc:spChg>
        <pc:picChg chg="add mod">
          <ac:chgData name="Pedro Reis" userId="5c13e5a3-08fb-45f4-882a-0bf740d0acbd" providerId="ADAL" clId="{6DB14D4E-C5A9-4425-9AA6-F1048D414D67}" dt="2024-11-27T21:45:01.716" v="211" actId="1076"/>
          <ac:picMkLst>
            <pc:docMk/>
            <pc:sldMk cId="3640245514" sldId="492"/>
            <ac:picMk id="6" creationId="{64918E66-8CC5-3FE9-8455-77F28CA71BFB}"/>
          </ac:picMkLst>
        </pc:picChg>
      </pc:sldChg>
      <pc:sldChg chg="add modAnim">
        <pc:chgData name="Pedro Reis" userId="5c13e5a3-08fb-45f4-882a-0bf740d0acbd" providerId="ADAL" clId="{6DB14D4E-C5A9-4425-9AA6-F1048D414D67}" dt="2024-11-27T21:46:09.594" v="217"/>
        <pc:sldMkLst>
          <pc:docMk/>
          <pc:sldMk cId="3601735708" sldId="493"/>
        </pc:sldMkLst>
      </pc:sldChg>
      <pc:sldChg chg="delSp modSp add mod modTransition">
        <pc:chgData name="Pedro Reis" userId="5c13e5a3-08fb-45f4-882a-0bf740d0acbd" providerId="ADAL" clId="{6DB14D4E-C5A9-4425-9AA6-F1048D414D67}" dt="2024-11-28T15:33:32.767" v="332" actId="14100"/>
        <pc:sldMkLst>
          <pc:docMk/>
          <pc:sldMk cId="530709952" sldId="494"/>
        </pc:sldMkLst>
        <pc:picChg chg="mod ord modCrop">
          <ac:chgData name="Pedro Reis" userId="5c13e5a3-08fb-45f4-882a-0bf740d0acbd" providerId="ADAL" clId="{6DB14D4E-C5A9-4425-9AA6-F1048D414D67}" dt="2024-11-28T15:33:32.767" v="332" actId="14100"/>
          <ac:picMkLst>
            <pc:docMk/>
            <pc:sldMk cId="530709952" sldId="494"/>
            <ac:picMk id="9" creationId="{803C5CC3-B31C-D059-097E-5A6A841D2634}"/>
          </ac:picMkLst>
        </pc:picChg>
      </pc:sldChg>
      <pc:sldChg chg="addSp delSp modSp add mod modTransition delAnim">
        <pc:chgData name="Pedro Reis" userId="5c13e5a3-08fb-45f4-882a-0bf740d0acbd" providerId="ADAL" clId="{6DB14D4E-C5A9-4425-9AA6-F1048D414D67}" dt="2024-11-28T19:25:16.657" v="1313" actId="29295"/>
        <pc:sldMkLst>
          <pc:docMk/>
          <pc:sldMk cId="2922099082" sldId="495"/>
        </pc:sldMkLst>
        <pc:spChg chg="mod">
          <ac:chgData name="Pedro Reis" userId="5c13e5a3-08fb-45f4-882a-0bf740d0acbd" providerId="ADAL" clId="{6DB14D4E-C5A9-4425-9AA6-F1048D414D67}" dt="2024-11-28T15:17:01.890" v="312" actId="14100"/>
          <ac:spMkLst>
            <pc:docMk/>
            <pc:sldMk cId="2922099082" sldId="495"/>
            <ac:spMk id="2" creationId="{5CDE182E-4DF8-D1C1-9DC6-359E50BDCEE2}"/>
          </ac:spMkLst>
        </pc:spChg>
        <pc:spChg chg="mod">
          <ac:chgData name="Pedro Reis" userId="5c13e5a3-08fb-45f4-882a-0bf740d0acbd" providerId="ADAL" clId="{6DB14D4E-C5A9-4425-9AA6-F1048D414D67}" dt="2024-11-28T19:22:43.069" v="1294" actId="1036"/>
          <ac:spMkLst>
            <pc:docMk/>
            <pc:sldMk cId="2922099082" sldId="495"/>
            <ac:spMk id="3" creationId="{81D2E2BE-A7FB-E591-184D-FB4F7C013AF5}"/>
          </ac:spMkLst>
        </pc:spChg>
        <pc:picChg chg="add mod modCrop">
          <ac:chgData name="Pedro Reis" userId="5c13e5a3-08fb-45f4-882a-0bf740d0acbd" providerId="ADAL" clId="{6DB14D4E-C5A9-4425-9AA6-F1048D414D67}" dt="2024-11-28T19:25:16.657" v="1313" actId="29295"/>
          <ac:picMkLst>
            <pc:docMk/>
            <pc:sldMk cId="2922099082" sldId="495"/>
            <ac:picMk id="11" creationId="{0298BCAA-71E0-A025-0A59-E6A4A50A3002}"/>
          </ac:picMkLst>
        </pc:picChg>
      </pc:sldChg>
      <pc:sldChg chg="addSp delSp modSp add mod modTransition modAnim">
        <pc:chgData name="Pedro Reis" userId="5c13e5a3-08fb-45f4-882a-0bf740d0acbd" providerId="ADAL" clId="{6DB14D4E-C5A9-4425-9AA6-F1048D414D67}" dt="2024-11-28T19:05:51.327" v="994" actId="20577"/>
        <pc:sldMkLst>
          <pc:docMk/>
          <pc:sldMk cId="3896745088" sldId="496"/>
        </pc:sldMkLst>
        <pc:spChg chg="mod">
          <ac:chgData name="Pedro Reis" userId="5c13e5a3-08fb-45f4-882a-0bf740d0acbd" providerId="ADAL" clId="{6DB14D4E-C5A9-4425-9AA6-F1048D414D67}" dt="2024-11-28T18:38:27.605" v="349" actId="14100"/>
          <ac:spMkLst>
            <pc:docMk/>
            <pc:sldMk cId="3896745088" sldId="496"/>
            <ac:spMk id="2" creationId="{57D04F2D-1294-12ED-A47F-F0934B845790}"/>
          </ac:spMkLst>
        </pc:spChg>
        <pc:spChg chg="add del mod">
          <ac:chgData name="Pedro Reis" userId="5c13e5a3-08fb-45f4-882a-0bf740d0acbd" providerId="ADAL" clId="{6DB14D4E-C5A9-4425-9AA6-F1048D414D67}" dt="2024-11-28T18:42:09.686" v="394" actId="20577"/>
          <ac:spMkLst>
            <pc:docMk/>
            <pc:sldMk cId="3896745088" sldId="496"/>
            <ac:spMk id="3" creationId="{5BB915E3-5E99-019E-B80A-9752D057F8B4}"/>
          </ac:spMkLst>
        </pc:spChg>
        <pc:spChg chg="add mod">
          <ac:chgData name="Pedro Reis" userId="5c13e5a3-08fb-45f4-882a-0bf740d0acbd" providerId="ADAL" clId="{6DB14D4E-C5A9-4425-9AA6-F1048D414D67}" dt="2024-11-28T19:05:51.327" v="994" actId="20577"/>
          <ac:spMkLst>
            <pc:docMk/>
            <pc:sldMk cId="3896745088" sldId="496"/>
            <ac:spMk id="6" creationId="{2C281631-45C9-207A-0531-082BF93670D2}"/>
          </ac:spMkLst>
        </pc:spChg>
      </pc:sldChg>
      <pc:sldChg chg="add del modTransition">
        <pc:chgData name="Pedro Reis" userId="5c13e5a3-08fb-45f4-882a-0bf740d0acbd" providerId="ADAL" clId="{6DB14D4E-C5A9-4425-9AA6-F1048D414D67}" dt="2024-11-28T18:59:57.706" v="903" actId="47"/>
        <pc:sldMkLst>
          <pc:docMk/>
          <pc:sldMk cId="569081366" sldId="497"/>
        </pc:sldMkLst>
      </pc:sldChg>
      <pc:sldChg chg="addSp delSp modSp add del mod modTransition modAnim modShow">
        <pc:chgData name="Pedro Reis" userId="5c13e5a3-08fb-45f4-882a-0bf740d0acbd" providerId="ADAL" clId="{6DB14D4E-C5A9-4425-9AA6-F1048D414D67}" dt="2024-11-28T19:28:03.663" v="1316" actId="47"/>
        <pc:sldMkLst>
          <pc:docMk/>
          <pc:sldMk cId="4058303470" sldId="498"/>
        </pc:sldMkLst>
      </pc:sldChg>
      <pc:sldChg chg="modSp add del mod">
        <pc:chgData name="Pedro Reis" userId="5c13e5a3-08fb-45f4-882a-0bf740d0acbd" providerId="ADAL" clId="{6DB14D4E-C5A9-4425-9AA6-F1048D414D67}" dt="2024-11-28T18:54:21.378" v="716" actId="47"/>
        <pc:sldMkLst>
          <pc:docMk/>
          <pc:sldMk cId="3415516803" sldId="499"/>
        </pc:sldMkLst>
      </pc:sldChg>
      <pc:sldChg chg="addSp modSp add mod modTransition modAnim">
        <pc:chgData name="Pedro Reis" userId="5c13e5a3-08fb-45f4-882a-0bf740d0acbd" providerId="ADAL" clId="{6DB14D4E-C5A9-4425-9AA6-F1048D414D67}" dt="2024-11-28T19:04:12.769" v="991" actId="1038"/>
        <pc:sldMkLst>
          <pc:docMk/>
          <pc:sldMk cId="889321145" sldId="500"/>
        </pc:sldMkLst>
        <pc:spChg chg="mod">
          <ac:chgData name="Pedro Reis" userId="5c13e5a3-08fb-45f4-882a-0bf740d0acbd" providerId="ADAL" clId="{6DB14D4E-C5A9-4425-9AA6-F1048D414D67}" dt="2024-11-28T18:59:03.861" v="894" actId="1076"/>
          <ac:spMkLst>
            <pc:docMk/>
            <pc:sldMk cId="889321145" sldId="500"/>
            <ac:spMk id="2" creationId="{0B1AFCF4-EB7C-CAD7-EE0B-1EA24FE2AEAB}"/>
          </ac:spMkLst>
        </pc:spChg>
        <pc:spChg chg="mod">
          <ac:chgData name="Pedro Reis" userId="5c13e5a3-08fb-45f4-882a-0bf740d0acbd" providerId="ADAL" clId="{6DB14D4E-C5A9-4425-9AA6-F1048D414D67}" dt="2024-11-28T19:03:48.348" v="982" actId="122"/>
          <ac:spMkLst>
            <pc:docMk/>
            <pc:sldMk cId="889321145" sldId="500"/>
            <ac:spMk id="3" creationId="{3EFEAF56-2B37-F4FD-6130-206F62E47D66}"/>
          </ac:spMkLst>
        </pc:spChg>
        <pc:spChg chg="add mod">
          <ac:chgData name="Pedro Reis" userId="5c13e5a3-08fb-45f4-882a-0bf740d0acbd" providerId="ADAL" clId="{6DB14D4E-C5A9-4425-9AA6-F1048D414D67}" dt="2024-11-28T18:59:13.707" v="896" actId="1076"/>
          <ac:spMkLst>
            <pc:docMk/>
            <pc:sldMk cId="889321145" sldId="500"/>
            <ac:spMk id="4" creationId="{2D77E021-B604-B7DA-0B8D-5FC9E33CDD47}"/>
          </ac:spMkLst>
        </pc:spChg>
        <pc:spChg chg="add mod">
          <ac:chgData name="Pedro Reis" userId="5c13e5a3-08fb-45f4-882a-0bf740d0acbd" providerId="ADAL" clId="{6DB14D4E-C5A9-4425-9AA6-F1048D414D67}" dt="2024-11-28T19:04:12.769" v="991" actId="1038"/>
          <ac:spMkLst>
            <pc:docMk/>
            <pc:sldMk cId="889321145" sldId="500"/>
            <ac:spMk id="5" creationId="{EB157EDE-FEF3-3C41-CA06-00261E056F73}"/>
          </ac:spMkLst>
        </pc:spChg>
        <pc:spChg chg="mod">
          <ac:chgData name="Pedro Reis" userId="5c13e5a3-08fb-45f4-882a-0bf740d0acbd" providerId="ADAL" clId="{6DB14D4E-C5A9-4425-9AA6-F1048D414D67}" dt="2024-11-28T19:00:14.073" v="905" actId="20577"/>
          <ac:spMkLst>
            <pc:docMk/>
            <pc:sldMk cId="889321145" sldId="500"/>
            <ac:spMk id="6" creationId="{6A60ADBE-2ECD-7DD4-A6D1-282BB8FF6117}"/>
          </ac:spMkLst>
        </pc:spChg>
      </pc:sldChg>
      <pc:sldChg chg="delSp modSp add del mod delAnim">
        <pc:chgData name="Pedro Reis" userId="5c13e5a3-08fb-45f4-882a-0bf740d0acbd" providerId="ADAL" clId="{6DB14D4E-C5A9-4425-9AA6-F1048D414D67}" dt="2024-11-28T19:26:41.654" v="1314" actId="47"/>
        <pc:sldMkLst>
          <pc:docMk/>
          <pc:sldMk cId="3654444208" sldId="501"/>
        </pc:sldMkLst>
      </pc:sldChg>
      <pc:sldChg chg="modSp add mod modAnim">
        <pc:chgData name="Pedro Reis" userId="5c13e5a3-08fb-45f4-882a-0bf740d0acbd" providerId="ADAL" clId="{6DB14D4E-C5A9-4425-9AA6-F1048D414D67}" dt="2024-11-28T19:03:28.089" v="979" actId="20577"/>
        <pc:sldMkLst>
          <pc:docMk/>
          <pc:sldMk cId="4065451627" sldId="502"/>
        </pc:sldMkLst>
        <pc:spChg chg="mod">
          <ac:chgData name="Pedro Reis" userId="5c13e5a3-08fb-45f4-882a-0bf740d0acbd" providerId="ADAL" clId="{6DB14D4E-C5A9-4425-9AA6-F1048D414D67}" dt="2024-11-28T19:03:04.316" v="971"/>
          <ac:spMkLst>
            <pc:docMk/>
            <pc:sldMk cId="4065451627" sldId="502"/>
            <ac:spMk id="3" creationId="{1E4D4B70-4ECE-3086-072B-4EE9AD44D865}"/>
          </ac:spMkLst>
        </pc:spChg>
        <pc:spChg chg="mod">
          <ac:chgData name="Pedro Reis" userId="5c13e5a3-08fb-45f4-882a-0bf740d0acbd" providerId="ADAL" clId="{6DB14D4E-C5A9-4425-9AA6-F1048D414D67}" dt="2024-11-28T19:03:28.089" v="979" actId="20577"/>
          <ac:spMkLst>
            <pc:docMk/>
            <pc:sldMk cId="4065451627" sldId="502"/>
            <ac:spMk id="6" creationId="{79E0F3BF-8965-03B5-B237-3E1701BBA94E}"/>
          </ac:spMkLst>
        </pc:spChg>
      </pc:sldChg>
      <pc:sldChg chg="modSp add del mod">
        <pc:chgData name="Pedro Reis" userId="5c13e5a3-08fb-45f4-882a-0bf740d0acbd" providerId="ADAL" clId="{6DB14D4E-C5A9-4425-9AA6-F1048D414D67}" dt="2024-11-28T19:26:43.340" v="1315" actId="47"/>
        <pc:sldMkLst>
          <pc:docMk/>
          <pc:sldMk cId="1621170219" sldId="503"/>
        </pc:sldMkLst>
      </pc:sldChg>
      <pc:sldChg chg="delSp modSp add del mod delAnim">
        <pc:chgData name="Pedro Reis" userId="5c13e5a3-08fb-45f4-882a-0bf740d0acbd" providerId="ADAL" clId="{6DB14D4E-C5A9-4425-9AA6-F1048D414D67}" dt="2024-11-28T19:15:39.926" v="1071" actId="47"/>
        <pc:sldMkLst>
          <pc:docMk/>
          <pc:sldMk cId="269674262" sldId="504"/>
        </pc:sldMkLst>
      </pc:sldChg>
      <pc:sldChg chg="addSp delSp modSp add mod delAnim modAnim">
        <pc:chgData name="Pedro Reis" userId="5c13e5a3-08fb-45f4-882a-0bf740d0acbd" providerId="ADAL" clId="{6DB14D4E-C5A9-4425-9AA6-F1048D414D67}" dt="2024-11-28T19:20:48.585" v="1243" actId="21"/>
        <pc:sldMkLst>
          <pc:docMk/>
          <pc:sldMk cId="1651460775" sldId="504"/>
        </pc:sldMkLst>
        <pc:spChg chg="mod">
          <ac:chgData name="Pedro Reis" userId="5c13e5a3-08fb-45f4-882a-0bf740d0acbd" providerId="ADAL" clId="{6DB14D4E-C5A9-4425-9AA6-F1048D414D67}" dt="2024-11-28T19:20:24.597" v="1241" actId="1076"/>
          <ac:spMkLst>
            <pc:docMk/>
            <pc:sldMk cId="1651460775" sldId="504"/>
            <ac:spMk id="3" creationId="{97C20E47-9141-A35A-2806-431737E523A7}"/>
          </ac:spMkLst>
        </pc:spChg>
        <pc:spChg chg="add mod">
          <ac:chgData name="Pedro Reis" userId="5c13e5a3-08fb-45f4-882a-0bf740d0acbd" providerId="ADAL" clId="{6DB14D4E-C5A9-4425-9AA6-F1048D414D67}" dt="2024-11-28T19:19:24.771" v="1173" actId="20577"/>
          <ac:spMkLst>
            <pc:docMk/>
            <pc:sldMk cId="1651460775" sldId="504"/>
            <ac:spMk id="4" creationId="{8FA32611-1068-8338-25A8-AB8E4A0E041A}"/>
          </ac:spMkLst>
        </pc:spChg>
        <pc:spChg chg="add mod">
          <ac:chgData name="Pedro Reis" userId="5c13e5a3-08fb-45f4-882a-0bf740d0acbd" providerId="ADAL" clId="{6DB14D4E-C5A9-4425-9AA6-F1048D414D67}" dt="2024-11-28T19:19:39.012" v="1207" actId="20577"/>
          <ac:spMkLst>
            <pc:docMk/>
            <pc:sldMk cId="1651460775" sldId="504"/>
            <ac:spMk id="5" creationId="{A440C2F7-A7B3-972C-1CC5-782CEBBAE95A}"/>
          </ac:spMkLst>
        </pc:spChg>
        <pc:spChg chg="add mod">
          <ac:chgData name="Pedro Reis" userId="5c13e5a3-08fb-45f4-882a-0bf740d0acbd" providerId="ADAL" clId="{6DB14D4E-C5A9-4425-9AA6-F1048D414D67}" dt="2024-11-28T19:19:48.563" v="1230" actId="20577"/>
          <ac:spMkLst>
            <pc:docMk/>
            <pc:sldMk cId="1651460775" sldId="504"/>
            <ac:spMk id="7" creationId="{21CDEFB7-A044-ED62-29D2-33990FA7E319}"/>
          </ac:spMkLst>
        </pc:spChg>
      </pc:sldChg>
    </pc:docChg>
  </pc:docChgLst>
  <pc:docChgLst>
    <pc:chgData name="Pedro Reis" userId="5c13e5a3-08fb-45f4-882a-0bf740d0acbd" providerId="ADAL" clId="{9AFE60AE-99BE-42FF-BA95-47825F2E9721}"/>
    <pc:docChg chg="modSld">
      <pc:chgData name="Pedro Reis" userId="5c13e5a3-08fb-45f4-882a-0bf740d0acbd" providerId="ADAL" clId="{9AFE60AE-99BE-42FF-BA95-47825F2E9721}" dt="2024-12-06T18:52:46.817" v="13" actId="20577"/>
      <pc:docMkLst>
        <pc:docMk/>
      </pc:docMkLst>
      <pc:sldChg chg="modSp">
        <pc:chgData name="Pedro Reis" userId="5c13e5a3-08fb-45f4-882a-0bf740d0acbd" providerId="ADAL" clId="{9AFE60AE-99BE-42FF-BA95-47825F2E9721}" dt="2024-12-06T18:52:46.817" v="13" actId="20577"/>
        <pc:sldMkLst>
          <pc:docMk/>
          <pc:sldMk cId="1651460775" sldId="504"/>
        </pc:sldMkLst>
        <pc:spChg chg="mod">
          <ac:chgData name="Pedro Reis" userId="5c13e5a3-08fb-45f4-882a-0bf740d0acbd" providerId="ADAL" clId="{9AFE60AE-99BE-42FF-BA95-47825F2E9721}" dt="2024-12-06T18:52:46.817" v="13" actId="20577"/>
          <ac:spMkLst>
            <pc:docMk/>
            <pc:sldMk cId="1651460775" sldId="504"/>
            <ac:spMk id="7" creationId="{21CDEFB7-A044-ED62-29D2-33990FA7E31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D4728-06D2-C475-6B2D-489FDF512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66CEDF-92A8-73DC-7318-138C02D92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8E3A58-8C56-3915-642C-66A21D60D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6FD7-7B3F-4A17-8162-1CDEFD1F0CCD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41A6E4-C543-5AF9-C4DF-D703EBBDC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3726A7-579B-3A4B-A9B5-BD3FB835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6079D-C518-4E37-AB7B-E962762826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9891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1E9A5-5F63-A9D6-2839-0AE31A200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D202E7-5900-0B48-6C5B-4D711E83C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A0742A-B4EC-D94B-7029-C8A9C2ADD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6FD7-7B3F-4A17-8162-1CDEFD1F0CCD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478440-0668-1F5C-5FB4-9EFFD00B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C432-E731-8C8F-C004-FFDE506FA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6079D-C518-4E37-AB7B-E962762826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5693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EEFCF-93A1-C3D3-80EA-01052DB3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E0014C-0B2A-7EDE-4120-BEC3D0C04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5845A0-6C95-3D3F-C550-D219638F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6FD7-7B3F-4A17-8162-1CDEFD1F0CCD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EA6053-FBFE-2336-C19F-724C3BADD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18340C-83F6-23A6-A962-DA419169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6079D-C518-4E37-AB7B-E962762826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63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65ABF-637B-31EA-DA16-DE5515C8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87AE75-23B9-2056-1FE6-E4ED9F7DC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7ACC29-DF69-4D27-9460-2F1FB2490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F95291-59CA-D722-7EB4-7854F0F4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6FD7-7B3F-4A17-8162-1CDEFD1F0CCD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8933B1-160C-0EFB-E87D-49A03067F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BEAE05-124F-46BF-0659-A4500E504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6079D-C518-4E37-AB7B-E962762826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383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A6863-E416-5A34-1CD7-6442385A1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5BFE85-D797-E616-6241-AD301A43A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2F6E2F-9D1C-DE1A-15FF-A06C9F32C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24811AA-A21A-D934-1175-5D884A23F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5D8CDD6-F42D-4A52-2822-608A9296E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5FDBAAA-0519-C081-1595-B5FD80FCF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6FD7-7B3F-4A17-8162-1CDEFD1F0CCD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C6B1BFB-D498-7272-D71E-F811AE112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3D87B7-F80A-6820-0501-26459CE7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6079D-C518-4E37-AB7B-E962762826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82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A4E74-F189-3F08-1D48-8A91CB92A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5ACE632-F810-7AAD-518D-ABC85A028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6FD7-7B3F-4A17-8162-1CDEFD1F0CCD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476F06-E57F-4564-8CC6-35250212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4D179E3-A3A1-0789-7455-AADA68F96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6079D-C518-4E37-AB7B-E962762826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7784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129D2F-29CB-8865-7167-A3A19DE86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6FD7-7B3F-4A17-8162-1CDEFD1F0CCD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5FFE470-C057-9797-A3E4-94D7C6FB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6974E0-328B-582B-84BD-E38FD2A43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6079D-C518-4E37-AB7B-E962762826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1691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AB451-3133-499A-3D4F-F48746C8D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6C67DC-ED1C-310C-4D82-426DC6490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17D432-C125-8B1B-3A8B-0B52D3CAE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FFFF9BB-8EE0-6837-9339-F499FEF96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6FD7-7B3F-4A17-8162-1CDEFD1F0CCD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18599F-681E-AC15-122E-17CBA9874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EF0C46-8728-9F45-95C7-01965B37E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6079D-C518-4E37-AB7B-E962762826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1491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DCF07-F5DA-1020-036D-2A5512A6C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839FBF6-18A6-9ADC-2563-042C9A699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E3735D-F80B-2EEA-5923-049F1C425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5E3B15-40BE-A359-042D-5DF72710D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6FD7-7B3F-4A17-8162-1CDEFD1F0CCD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B49E8A-ECF7-8619-5750-8AA33087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C2BBFE-BD0F-62C0-029D-256AE4AA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6079D-C518-4E37-AB7B-E962762826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8478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2FCA2-51D6-77C1-0D0F-D8B9490EB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FE2CBA-E841-3330-76D0-67F1C11A7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E5D9CB-8660-DFD7-A9E4-3E69A591D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6FD7-7B3F-4A17-8162-1CDEFD1F0CCD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CFD28B-5610-249A-EA42-BC9E62182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938F42-0DA6-0254-3B9A-F11D146B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6079D-C518-4E37-AB7B-E962762826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0586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90DC051-FE21-AB01-ED00-B997926B5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CF172E-A043-146F-AD4F-AAF7B3F8B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C7867-38A1-A14E-39AF-46FB90F52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6FD7-7B3F-4A17-8162-1CDEFD1F0CCD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F6C680-66BF-CF07-7E9A-38CDE5132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3792B5-0147-D3A2-5DD1-C4EBF9B2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6079D-C518-4E37-AB7B-E962762826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0526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Arredondar Retângulo em um Canto Único 7"/>
          <p:cNvSpPr/>
          <p:nvPr userDrawn="1"/>
        </p:nvSpPr>
        <p:spPr>
          <a:xfrm>
            <a:off x="0" y="0"/>
            <a:ext cx="12192000" cy="6858000"/>
          </a:xfrm>
          <a:prstGeom prst="round1Rect">
            <a:avLst>
              <a:gd name="adj" fmla="val 0"/>
            </a:avLst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891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7B1CB6E-B497-9BC4-B36B-22A610E2B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DFBBB6-443A-462F-A368-2CE0867B6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31BE89-1DF6-2EA7-2A5A-C8C598E30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F6FD7-7B3F-4A17-8162-1CDEFD1F0CCD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E9B7DC-E21C-9F2E-FCF6-1A11F3C2B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06DBA9-AAE7-3E5C-28A6-43E604701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A6079D-C518-4E37-AB7B-E962762826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959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32AA2-D672-47AE-3065-A83BE81E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86D9A01-3E3C-B2FD-393C-F6057CE0DC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A484403-1898-7AA5-5136-24560F18D6A8}"/>
              </a:ext>
            </a:extLst>
          </p:cNvPr>
          <p:cNvSpPr/>
          <p:nvPr/>
        </p:nvSpPr>
        <p:spPr>
          <a:xfrm>
            <a:off x="3248747" y="3252795"/>
            <a:ext cx="5694504" cy="1138794"/>
          </a:xfrm>
          <a:prstGeom prst="roundRect">
            <a:avLst>
              <a:gd name="adj" fmla="val 82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>
                <a:latin typeface="Globotipo Corporativa" panose="020B0503020202020204" pitchFamily="34" charset="0"/>
              </a:rPr>
              <a:t>clique  aqui para acessar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0F73791-3A8A-48FC-03CB-F01A6D3166C4}"/>
              </a:ext>
            </a:extLst>
          </p:cNvPr>
          <p:cNvSpPr/>
          <p:nvPr/>
        </p:nvSpPr>
        <p:spPr>
          <a:xfrm>
            <a:off x="1447510" y="2000802"/>
            <a:ext cx="9296979" cy="10009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b="1"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hub de painéis</a:t>
            </a:r>
          </a:p>
        </p:txBody>
      </p:sp>
    </p:spTree>
    <p:extLst>
      <p:ext uri="{BB962C8B-B14F-4D97-AF65-F5344CB8AC3E}">
        <p14:creationId xmlns:p14="http://schemas.microsoft.com/office/powerpoint/2010/main" val="360173570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EDC4B0C-22D3-443C-8F3F-6E91477C34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3593FAE-E7E5-D0D1-5FEC-E7B2C477F7D0}"/>
              </a:ext>
            </a:extLst>
          </p:cNvPr>
          <p:cNvSpPr/>
          <p:nvPr/>
        </p:nvSpPr>
        <p:spPr>
          <a:xfrm>
            <a:off x="3248747" y="3252795"/>
            <a:ext cx="5694504" cy="1138794"/>
          </a:xfrm>
          <a:prstGeom prst="roundRect">
            <a:avLst>
              <a:gd name="adj" fmla="val 82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>
                <a:latin typeface="Globotipo Corporativa" panose="020B0503020202020204" pitchFamily="34" charset="0"/>
              </a:rPr>
              <a:t>clique  aqui para acessar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E93829B-ECE1-895C-CBB9-71D2DD8ACF00}"/>
              </a:ext>
            </a:extLst>
          </p:cNvPr>
          <p:cNvSpPr/>
          <p:nvPr/>
        </p:nvSpPr>
        <p:spPr>
          <a:xfrm>
            <a:off x="1447510" y="2000802"/>
            <a:ext cx="9296979" cy="10009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b="1"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hub de painéis</a:t>
            </a:r>
          </a:p>
        </p:txBody>
      </p:sp>
    </p:spTree>
    <p:extLst>
      <p:ext uri="{BB962C8B-B14F-4D97-AF65-F5344CB8AC3E}">
        <p14:creationId xmlns:p14="http://schemas.microsoft.com/office/powerpoint/2010/main" val="146104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500">
        <p159:morph option="byObject"/>
      </p:transition>
    </mc:Choice>
    <mc:Fallback xmlns="">
      <p:transition advClick="0" advTm="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07CB71C-9914-9F1B-0772-5D5BE10D4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B4F1D6E-5615-06BC-AB5A-85F6E127D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4BA5599-A27D-CD0E-E125-6CCDD0F113F0}"/>
              </a:ext>
            </a:extLst>
          </p:cNvPr>
          <p:cNvSpPr/>
          <p:nvPr/>
        </p:nvSpPr>
        <p:spPr>
          <a:xfrm>
            <a:off x="3248747" y="3252795"/>
            <a:ext cx="5694504" cy="1138794"/>
          </a:xfrm>
          <a:prstGeom prst="roundRect">
            <a:avLst>
              <a:gd name="adj" fmla="val 82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>
                <a:latin typeface="Globotipo Corporativa" panose="020B0503020202020204" pitchFamily="34" charset="0"/>
              </a:rPr>
              <a:t>clique  aqui para acessar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74BA0DE-15D5-BC51-4A9D-E25BF2218B7D}"/>
              </a:ext>
            </a:extLst>
          </p:cNvPr>
          <p:cNvSpPr/>
          <p:nvPr/>
        </p:nvSpPr>
        <p:spPr>
          <a:xfrm>
            <a:off x="1447510" y="2000802"/>
            <a:ext cx="9296979" cy="10009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b="1"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hub de painéis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4918E66-8CC5-3FE9-8455-77F28CA71B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" t="1631" r="607" b="1629"/>
          <a:stretch/>
        </p:blipFill>
        <p:spPr>
          <a:xfrm>
            <a:off x="4701959" y="2542032"/>
            <a:ext cx="2588667" cy="1560005"/>
          </a:xfrm>
          <a:prstGeom prst="roundRect">
            <a:avLst>
              <a:gd name="adj" fmla="val 7318"/>
            </a:avLst>
          </a:prstGeom>
        </p:spPr>
      </p:pic>
    </p:spTree>
    <p:extLst>
      <p:ext uri="{BB962C8B-B14F-4D97-AF65-F5344CB8AC3E}">
        <p14:creationId xmlns:p14="http://schemas.microsoft.com/office/powerpoint/2010/main" val="36402455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EDC965A-9F3C-21B0-943F-D3C7258E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F2E42F-B264-2CC3-540E-42BBF204BA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87A8A7D-4A04-160F-5C70-5B871C19AE21}"/>
              </a:ext>
            </a:extLst>
          </p:cNvPr>
          <p:cNvSpPr/>
          <p:nvPr/>
        </p:nvSpPr>
        <p:spPr>
          <a:xfrm>
            <a:off x="3248747" y="3252795"/>
            <a:ext cx="5694504" cy="1138794"/>
          </a:xfrm>
          <a:prstGeom prst="roundRect">
            <a:avLst>
              <a:gd name="adj" fmla="val 82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>
                <a:latin typeface="Globotipo Corporativa" panose="020B0503020202020204" pitchFamily="34" charset="0"/>
              </a:rPr>
              <a:t>clique  aqui para acessar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1A740E8-71B7-CAC4-A561-85F700FDF018}"/>
              </a:ext>
            </a:extLst>
          </p:cNvPr>
          <p:cNvSpPr/>
          <p:nvPr/>
        </p:nvSpPr>
        <p:spPr>
          <a:xfrm>
            <a:off x="1447510" y="2000802"/>
            <a:ext cx="9296979" cy="10009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b="1"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hub de painéis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03C5CC3-B31C-D059-097E-5A6A841D26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5" t="1437" r="1363" b="1437"/>
          <a:stretch/>
        </p:blipFill>
        <p:spPr>
          <a:xfrm>
            <a:off x="4701959" y="2542032"/>
            <a:ext cx="2588667" cy="1562599"/>
          </a:xfrm>
          <a:prstGeom prst="roundRect">
            <a:avLst>
              <a:gd name="adj" fmla="val 8406"/>
            </a:avLst>
          </a:prstGeom>
        </p:spPr>
      </p:pic>
    </p:spTree>
    <p:extLst>
      <p:ext uri="{BB962C8B-B14F-4D97-AF65-F5344CB8AC3E}">
        <p14:creationId xmlns:p14="http://schemas.microsoft.com/office/powerpoint/2010/main" val="530709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250">
        <p159:morph option="byObject"/>
      </p:transition>
    </mc:Choice>
    <mc:Fallback>
      <p:transition advClick="0" advTm="25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B0601-DA25-0D2E-1C16-BE1FBA50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CDE182E-4DF8-D1C1-9DC6-359E50BDCE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1D2E2BE-A7FB-E591-184D-FB4F7C013AF5}"/>
              </a:ext>
            </a:extLst>
          </p:cNvPr>
          <p:cNvSpPr/>
          <p:nvPr/>
        </p:nvSpPr>
        <p:spPr>
          <a:xfrm>
            <a:off x="0" y="2114721"/>
            <a:ext cx="12192000" cy="10009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600" b="1" err="1">
                <a:gradFill flip="none" rotWithShape="1">
                  <a:gsLst>
                    <a:gs pos="0">
                      <a:srgbClr val="FF9101"/>
                    </a:gs>
                    <a:gs pos="74000">
                      <a:srgbClr val="FB0234"/>
                    </a:gs>
                    <a:gs pos="83000">
                      <a:srgbClr val="FB0234"/>
                    </a:gs>
                    <a:gs pos="100000">
                      <a:srgbClr val="FB0234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orquestraplay</a:t>
            </a:r>
            <a:endParaRPr lang="pt-BR" sz="6600" b="1">
              <a:gradFill flip="none" rotWithShape="1">
                <a:gsLst>
                  <a:gs pos="0">
                    <a:srgbClr val="FF9101"/>
                  </a:gs>
                  <a:gs pos="74000">
                    <a:srgbClr val="FB0234"/>
                  </a:gs>
                  <a:gs pos="83000">
                    <a:srgbClr val="FB0234"/>
                  </a:gs>
                  <a:gs pos="100000">
                    <a:srgbClr val="FB0234"/>
                  </a:gs>
                </a:gsLst>
                <a:path path="circle">
                  <a:fillToRect l="100000" t="100000"/>
                </a:path>
                <a:tileRect r="-100000" b="-100000"/>
              </a:gradFill>
              <a:latin typeface="Globotipo Corporativa" panose="020B0503020202020204" pitchFamily="34" charset="0"/>
              <a:ea typeface="Source Sans Pro SemiBold" panose="020B0603030403020204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298BCAA-71E0-A025-0A59-E6A4A50A30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89" t="46376" r="43230" b="35133"/>
          <a:stretch/>
        </p:blipFill>
        <p:spPr>
          <a:xfrm>
            <a:off x="5701307" y="3237147"/>
            <a:ext cx="789386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99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50" advClick="0" advTm="3000">
        <p159:morph option="byObject"/>
      </p:transition>
    </mc:Choice>
    <mc:Fallback xmlns="">
      <p:transition spd="med" advClick="0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61E29-7B5D-E9F7-C211-6777647F6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D04F2D-1294-12ED-A47F-F0934B8457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BB915E3-5E99-019E-B80A-9752D057F8B4}"/>
              </a:ext>
            </a:extLst>
          </p:cNvPr>
          <p:cNvSpPr/>
          <p:nvPr/>
        </p:nvSpPr>
        <p:spPr>
          <a:xfrm>
            <a:off x="722376" y="784650"/>
            <a:ext cx="8641080" cy="10009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5400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o que é o</a:t>
            </a:r>
          </a:p>
          <a:p>
            <a:r>
              <a:rPr lang="pt-BR" sz="6000" b="1" err="1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orquestraplay</a:t>
            </a:r>
            <a:r>
              <a:rPr lang="pt-BR" sz="6000" b="1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?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C281631-45C9-207A-0531-082BF93670D2}"/>
              </a:ext>
            </a:extLst>
          </p:cNvPr>
          <p:cNvSpPr/>
          <p:nvPr/>
        </p:nvSpPr>
        <p:spPr>
          <a:xfrm>
            <a:off x="2081784" y="2745104"/>
            <a:ext cx="8028432" cy="2174368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o </a:t>
            </a:r>
            <a:r>
              <a:rPr lang="pt-BR" sz="2800" dirty="0" err="1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orquestraplay</a:t>
            </a:r>
            <a:r>
              <a:rPr lang="pt-BR" sz="2800" dirty="0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 é uma ferramenta de gestão do conhecimento, projetada para reunir e categorizar todas as informações essenciais da área.</a:t>
            </a:r>
          </a:p>
        </p:txBody>
      </p:sp>
    </p:spTree>
    <p:extLst>
      <p:ext uri="{BB962C8B-B14F-4D97-AF65-F5344CB8AC3E}">
        <p14:creationId xmlns:p14="http://schemas.microsoft.com/office/powerpoint/2010/main" val="3896745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C32AE-B4AF-D149-4A79-6E6C3ABEA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C44E4A5-2D2A-2748-8C1A-9B8657A4CB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E4D4B70-4ECE-3086-072B-4EE9AD44D865}"/>
              </a:ext>
            </a:extLst>
          </p:cNvPr>
          <p:cNvSpPr/>
          <p:nvPr/>
        </p:nvSpPr>
        <p:spPr>
          <a:xfrm>
            <a:off x="722376" y="784650"/>
            <a:ext cx="8641080" cy="10009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5400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qual o seu</a:t>
            </a:r>
          </a:p>
          <a:p>
            <a:r>
              <a:rPr lang="pt-BR" sz="6000" b="1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propósito?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9E0F3BF-8965-03B5-B237-3E1701BBA94E}"/>
              </a:ext>
            </a:extLst>
          </p:cNvPr>
          <p:cNvSpPr/>
          <p:nvPr/>
        </p:nvSpPr>
        <p:spPr>
          <a:xfrm>
            <a:off x="2081784" y="2745104"/>
            <a:ext cx="8028432" cy="2174368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transformar a maneira como gerenciamos e compartilhamos conhecimento dentro do departamento, facilitando o acesso às </a:t>
            </a:r>
          </a:p>
          <a:p>
            <a:pPr algn="ctr"/>
            <a:r>
              <a:rPr lang="pt-BR" sz="2800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informações e promovendo a colaboração</a:t>
            </a:r>
          </a:p>
        </p:txBody>
      </p:sp>
    </p:spTree>
    <p:extLst>
      <p:ext uri="{BB962C8B-B14F-4D97-AF65-F5344CB8AC3E}">
        <p14:creationId xmlns:p14="http://schemas.microsoft.com/office/powerpoint/2010/main" val="4065451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E706087-5661-3423-3938-DB6F815E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B1AFCF4-EB7C-CAD7-EE0B-1EA24FE2AE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EFEAF56-2B37-F4FD-6130-206F62E47D66}"/>
              </a:ext>
            </a:extLst>
          </p:cNvPr>
          <p:cNvSpPr/>
          <p:nvPr/>
        </p:nvSpPr>
        <p:spPr>
          <a:xfrm>
            <a:off x="0" y="784650"/>
            <a:ext cx="12192000" cy="10009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 b="1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desafios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A60ADBE-2ECD-7DD4-A6D1-282BB8FF6117}"/>
              </a:ext>
            </a:extLst>
          </p:cNvPr>
          <p:cNvSpPr/>
          <p:nvPr/>
        </p:nvSpPr>
        <p:spPr>
          <a:xfrm>
            <a:off x="981456" y="2351912"/>
            <a:ext cx="4567427" cy="894208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informações dispersas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D77E021-B604-B7DA-0B8D-5FC9E33CDD47}"/>
              </a:ext>
            </a:extLst>
          </p:cNvPr>
          <p:cNvSpPr/>
          <p:nvPr/>
        </p:nvSpPr>
        <p:spPr>
          <a:xfrm>
            <a:off x="6530339" y="2351912"/>
            <a:ext cx="4852414" cy="894208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dificuldade para encontrar ferramentas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B157EDE-FEF3-3C41-CA06-00261E056F73}"/>
              </a:ext>
            </a:extLst>
          </p:cNvPr>
          <p:cNvSpPr/>
          <p:nvPr/>
        </p:nvSpPr>
        <p:spPr>
          <a:xfrm>
            <a:off x="2642616" y="3874684"/>
            <a:ext cx="6723888" cy="894208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curva de aprendizado maior para novos integrantes</a:t>
            </a:r>
          </a:p>
        </p:txBody>
      </p:sp>
    </p:spTree>
    <p:extLst>
      <p:ext uri="{BB962C8B-B14F-4D97-AF65-F5344CB8AC3E}">
        <p14:creationId xmlns:p14="http://schemas.microsoft.com/office/powerpoint/2010/main" val="889321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6D870-8E37-8A51-2451-6568D3265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FE61735-F337-4267-D0BE-8DC18E97B0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7C20E47-9141-A35A-2806-431737E523A7}"/>
              </a:ext>
            </a:extLst>
          </p:cNvPr>
          <p:cNvSpPr/>
          <p:nvPr/>
        </p:nvSpPr>
        <p:spPr>
          <a:xfrm>
            <a:off x="0" y="829139"/>
            <a:ext cx="12192000" cy="8942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piloto: </a:t>
            </a:r>
            <a:r>
              <a:rPr lang="pt-BR" sz="6000" b="1" err="1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orquestraplay</a:t>
            </a:r>
            <a:endParaRPr lang="pt-BR" sz="6000" b="1">
              <a:solidFill>
                <a:schemeClr val="bg1"/>
              </a:solidFill>
              <a:latin typeface="Globotipo Corporativa" panose="020B0503020202020204" pitchFamily="34" charset="0"/>
              <a:ea typeface="Source Sans Pro SemiBold" panose="020B0603030403020204" pitchFamily="34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FA32611-1068-8338-25A8-AB8E4A0E041A}"/>
              </a:ext>
            </a:extLst>
          </p:cNvPr>
          <p:cNvSpPr/>
          <p:nvPr/>
        </p:nvSpPr>
        <p:spPr>
          <a:xfrm>
            <a:off x="981456" y="2351912"/>
            <a:ext cx="4567427" cy="894208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identidade visual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440C2F7-A7B3-972C-1CC5-782CEBBAE95A}"/>
              </a:ext>
            </a:extLst>
          </p:cNvPr>
          <p:cNvSpPr/>
          <p:nvPr/>
        </p:nvSpPr>
        <p:spPr>
          <a:xfrm>
            <a:off x="6530339" y="2351912"/>
            <a:ext cx="4852414" cy="894208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inovação no desenvolvimento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1CDEFB7-A044-ED62-29D2-33990FA7E319}"/>
              </a:ext>
            </a:extLst>
          </p:cNvPr>
          <p:cNvSpPr/>
          <p:nvPr/>
        </p:nvSpPr>
        <p:spPr>
          <a:xfrm>
            <a:off x="2642616" y="3874684"/>
            <a:ext cx="6723888" cy="894208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>
                <a:solidFill>
                  <a:schemeClr val="bg1"/>
                </a:solidFill>
                <a:latin typeface="Globotipo Corporativa" panose="020B0503020202020204" pitchFamily="34" charset="0"/>
                <a:ea typeface="Source Sans Pro SemiBold" panose="020B0603030403020204" pitchFamily="34" charset="0"/>
              </a:rPr>
              <a:t>ferramenta possivelmente escalável</a:t>
            </a:r>
          </a:p>
        </p:txBody>
      </p:sp>
    </p:spTree>
    <p:extLst>
      <p:ext uri="{BB962C8B-B14F-4D97-AF65-F5344CB8AC3E}">
        <p14:creationId xmlns:p14="http://schemas.microsoft.com/office/powerpoint/2010/main" val="1651460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9DC5B81A771434E98FA342F31303FCF" ma:contentTypeVersion="19" ma:contentTypeDescription="Crie um novo documento." ma:contentTypeScope="" ma:versionID="3bcdb900100aa576660157860492502f">
  <xsd:schema xmlns:xsd="http://www.w3.org/2001/XMLSchema" xmlns:xs="http://www.w3.org/2001/XMLSchema" xmlns:p="http://schemas.microsoft.com/office/2006/metadata/properties" xmlns:ns2="6f34eb18-988a-4e60-a29b-cf00b35639c6" xmlns:ns3="f87e51e6-7a06-44ae-b0d3-ad8c174fb2ac" targetNamespace="http://schemas.microsoft.com/office/2006/metadata/properties" ma:root="true" ma:fieldsID="2a1e6675719be999f3a47ac7c612ecd5" ns2:_="" ns3:_="">
    <xsd:import namespace="6f34eb18-988a-4e60-a29b-cf00b35639c6"/>
    <xsd:import namespace="f87e51e6-7a06-44ae-b0d3-ad8c174fb2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SAIDA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34eb18-988a-4e60-a29b-cf00b35639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SAIDA" ma:index="17" nillable="true" ma:displayName="SAIDA" ma:format="Dropdown" ma:internalName="SAIDA">
      <xsd:simpleType>
        <xsd:restriction base="dms:Text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fce95d02-0283-4058-b157-1f44ea38b5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51e6-7a06-44ae-b0d3-ad8c174fb2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450515d-25ac-48e6-a2f7-53609ea9c49e}" ma:internalName="TaxCatchAll" ma:showField="CatchAllData" ma:web="f87e51e6-7a06-44ae-b0d3-ad8c174fb2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IDA xmlns="6f34eb18-988a-4e60-a29b-cf00b35639c6" xsi:nil="true"/>
    <TaxCatchAll xmlns="f87e51e6-7a06-44ae-b0d3-ad8c174fb2ac" xsi:nil="true"/>
    <lcf76f155ced4ddcb4097134ff3c332f xmlns="6f34eb18-988a-4e60-a29b-cf00b35639c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3AD6C0-0025-4B56-921A-14F9A44D1D04}">
  <ds:schemaRefs>
    <ds:schemaRef ds:uri="6f34eb18-988a-4e60-a29b-cf00b35639c6"/>
    <ds:schemaRef ds:uri="f87e51e6-7a06-44ae-b0d3-ad8c174fb2a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598609D-4F6C-445C-AE5E-F32BFB1081BF}">
  <ds:schemaRefs>
    <ds:schemaRef ds:uri="6f34eb18-988a-4e60-a29b-cf00b35639c6"/>
    <ds:schemaRef ds:uri="f87e51e6-7a06-44ae-b0d3-ad8c174fb2a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E87F095-892B-4E00-8910-D23DB8ED27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900</TotalTime>
  <Words>108</Words>
  <Application>Microsoft Office PowerPoint</Application>
  <PresentationFormat>Widescreen</PresentationFormat>
  <Paragraphs>24</Paragraphs>
  <Slides>9</Slides>
  <Notes>0</Notes>
  <HiddenSlides>3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Globotipo Corporativa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Globo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Reis</dc:creator>
  <cp:lastModifiedBy>Danillo Antunes</cp:lastModifiedBy>
  <cp:revision>4</cp:revision>
  <dcterms:created xsi:type="dcterms:W3CDTF">2024-11-27T21:08:27Z</dcterms:created>
  <dcterms:modified xsi:type="dcterms:W3CDTF">2025-09-16T13:41:31Z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c542d3-6316-42ad-9eaa-e82fa419e5f2_Enabled">
    <vt:lpwstr>true</vt:lpwstr>
  </property>
  <property fmtid="{D5CDD505-2E9C-101B-9397-08002B2CF9AE}" pid="3" name="MSIP_Label_3dc542d3-6316-42ad-9eaa-e82fa419e5f2_SetDate">
    <vt:lpwstr>2024-11-27T21:08:38Z</vt:lpwstr>
  </property>
  <property fmtid="{D5CDD505-2E9C-101B-9397-08002B2CF9AE}" pid="4" name="MSIP_Label_3dc542d3-6316-42ad-9eaa-e82fa419e5f2_Method">
    <vt:lpwstr>Standard</vt:lpwstr>
  </property>
  <property fmtid="{D5CDD505-2E9C-101B-9397-08002B2CF9AE}" pid="5" name="MSIP_Label_3dc542d3-6316-42ad-9eaa-e82fa419e5f2_Name">
    <vt:lpwstr>3dc542d3-6316-42ad-9eaa-e82fa419e5f2</vt:lpwstr>
  </property>
  <property fmtid="{D5CDD505-2E9C-101B-9397-08002B2CF9AE}" pid="6" name="MSIP_Label_3dc542d3-6316-42ad-9eaa-e82fa419e5f2_SiteId">
    <vt:lpwstr>a7cdc447-3b29-4b41-b73e-8a2cb54b06c6</vt:lpwstr>
  </property>
  <property fmtid="{D5CDD505-2E9C-101B-9397-08002B2CF9AE}" pid="7" name="MSIP_Label_3dc542d3-6316-42ad-9eaa-e82fa419e5f2_ActionId">
    <vt:lpwstr>767ac385-4663-4788-9e05-411525f4ab33</vt:lpwstr>
  </property>
  <property fmtid="{D5CDD505-2E9C-101B-9397-08002B2CF9AE}" pid="8" name="MSIP_Label_3dc542d3-6316-42ad-9eaa-e82fa419e5f2_ContentBits">
    <vt:lpwstr>0</vt:lpwstr>
  </property>
  <property fmtid="{D5CDD505-2E9C-101B-9397-08002B2CF9AE}" pid="9" name="ContentTypeId">
    <vt:lpwstr>0x010100D9DC5B81A771434E98FA342F31303FCF</vt:lpwstr>
  </property>
  <property fmtid="{D5CDD505-2E9C-101B-9397-08002B2CF9AE}" pid="10" name="MediaServiceImageTags">
    <vt:lpwstr/>
  </property>
</Properties>
</file>